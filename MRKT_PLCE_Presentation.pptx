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 snapToObjects="1">
      <p:cViewPr varScale="1">
        <p:scale>
          <a:sx n="101" d="100"/>
          <a:sy n="101" d="100"/>
        </p:scale>
        <p:origin x="154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Impellitteri" userId="0af81bb96dc05c09" providerId="LiveId" clId="{EB01ABD1-34E8-5F6F-9BC4-90BCE707CC1F}"/>
    <pc:docChg chg="delSld">
      <pc:chgData name="Vincent Impellitteri" userId="0af81bb96dc05c09" providerId="LiveId" clId="{EB01ABD1-34E8-5F6F-9BC4-90BCE707CC1F}" dt="2026-04-19T14:57:54.075" v="0" actId="2696"/>
      <pc:docMkLst>
        <pc:docMk/>
      </pc:docMkLst>
      <pc:sldChg chg="del">
        <pc:chgData name="Vincent Impellitteri" userId="0af81bb96dc05c09" providerId="LiveId" clId="{EB01ABD1-34E8-5F6F-9BC4-90BCE707CC1F}" dt="2026-04-19T14:57:54.075" v="0" actId="2696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502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111"/>
                </a:solidFill>
              </a:rPr>
              <a:t>Blood Orange Tangoberry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C9900"/>
                </a:solidFill>
              </a:rPr>
              <a:t>Blood Orange, Grapefruit &amp; Tangoberries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0116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A bright and vibrant mix of sweet blood orange, juicy grapefruit, and fresh tangoberries!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88AA"/>
                </a:solidFill>
              </a:rPr>
              <a:t>Salt Nic  30ml  ·  24mg / 48mg     |     Sub-Ohm  100ml  ·  0mg / 3mg / 6mg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AA"/>
                </a:solidFill>
              </a:rPr>
              <a:t>21+  ·  The Vapor Place</a:t>
            </a:r>
          </a:p>
        </p:txBody>
      </p:sp>
      <p:pic>
        <p:nvPicPr>
          <p:cNvPr id="7" name="Picture 6" descr="mrkt-plce-blood-orange-tangober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57200"/>
            <a:ext cx="55778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502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111"/>
                </a:solidFill>
              </a:rPr>
              <a:t>Forbidden Berry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C9900"/>
                </a:solidFill>
              </a:rPr>
              <a:t>Tropical Fruit &amp; Mixed Berries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0116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Perfectly captures the flavors of tropical fruit intermingled with a mixed berry combination – forbidden fruit tastes the best.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88AA"/>
                </a:solidFill>
              </a:rPr>
              <a:t>Salt Nic  30ml  ·  24mg / 48mg     |     Sub-Ohm  100ml  ·  0mg / 3mg / 6mg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AA"/>
                </a:solidFill>
              </a:rPr>
              <a:t>21+  ·  The Vapor Place</a:t>
            </a:r>
          </a:p>
        </p:txBody>
      </p:sp>
      <p:pic>
        <p:nvPicPr>
          <p:cNvPr id="7" name="Picture 6" descr="mrkt-plce-forbidden-ber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57200"/>
            <a:ext cx="55778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502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111"/>
                </a:solidFill>
              </a:rPr>
              <a:t>Fuji Pear Mangoberry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C9900"/>
                </a:solidFill>
              </a:rPr>
              <a:t>Fuji Apple, Pear, Mango &amp; Berries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0116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A blend of fresh fuji apples, sweet pears, ripe mangos, and succulent berries. A tropical fruit explosion!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88AA"/>
                </a:solidFill>
              </a:rPr>
              <a:t>Salt Nic  30ml  ·  24mg / 48mg     |     Sub-Ohm  100ml  ·  0mg / 3mg / 6mg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AA"/>
                </a:solidFill>
              </a:rPr>
              <a:t>21+  ·  The Vapor Place</a:t>
            </a:r>
          </a:p>
        </p:txBody>
      </p:sp>
      <p:pic>
        <p:nvPicPr>
          <p:cNvPr id="7" name="Picture 6" descr="mrkt-plce-fuji-pear-mangober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57200"/>
            <a:ext cx="55778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502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111"/>
                </a:solidFill>
              </a:rPr>
              <a:t>Pineapple Peach Dragonberry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C9900"/>
                </a:solidFill>
              </a:rPr>
              <a:t>Pineapple, Peach &amp; Dragonfruit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0116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Juicy pineapple infused with sweet peaches and a touch of dragonfruit.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88AA"/>
                </a:solidFill>
              </a:rPr>
              <a:t>Salt Nic  30ml  ·  24mg / 48mg     |     Sub-Ohm  100ml  ·  0mg / 3mg / 6mg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AA"/>
                </a:solidFill>
              </a:rPr>
              <a:t>21+  ·  The Vapor Place</a:t>
            </a:r>
          </a:p>
        </p:txBody>
      </p:sp>
      <p:pic>
        <p:nvPicPr>
          <p:cNvPr id="7" name="Picture 6" descr="mrkt-plce-pineapple-peach-dragonber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57200"/>
            <a:ext cx="55778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502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111"/>
                </a:solidFill>
              </a:rPr>
              <a:t>Watermelon Hula Berry Lime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C9900"/>
                </a:solidFill>
              </a:rPr>
              <a:t>Watermelon, Hula Berry &amp; Lime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0116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An infusion of sweet watermelon, hula berry, and fresh-squeezed lime.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88AA"/>
                </a:solidFill>
              </a:rPr>
              <a:t>Salt Nic  30ml  ·  24mg / 48mg     |     Sub-Ohm  100ml  ·  0mg / 3mg / 6mg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AA"/>
                </a:solidFill>
              </a:rPr>
              <a:t>21+  ·  The Vapor Place</a:t>
            </a:r>
          </a:p>
        </p:txBody>
      </p:sp>
      <p:pic>
        <p:nvPicPr>
          <p:cNvPr id="7" name="Picture 6" descr="mrkt-plce-watermelon-hula-berry-li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57200"/>
            <a:ext cx="55778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502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111"/>
                </a:solidFill>
              </a:rPr>
              <a:t>Thai Apple Melon Razz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C9900"/>
                </a:solidFill>
              </a:rPr>
              <a:t>Apple, Melon &amp; Raspberry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0116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Bold apple, lush melon, and zesty raspberry come together in a lively, flavorful vapor.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88AA"/>
                </a:solidFill>
              </a:rPr>
              <a:t>Salt Nic  30ml  ·  24mg / 48mg     |     Sub-Ohm  100ml  ·  0mg / 3mg / 6mg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AA"/>
                </a:solidFill>
              </a:rPr>
              <a:t>21+  ·  The Vapor Place</a:t>
            </a:r>
          </a:p>
        </p:txBody>
      </p:sp>
      <p:pic>
        <p:nvPicPr>
          <p:cNvPr id="7" name="Picture 6" descr="mrkt-plce-thai-apple-melon-raz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57200"/>
            <a:ext cx="55778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502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111"/>
                </a:solidFill>
              </a:rPr>
              <a:t>Iced Fuji Pear Mangoberry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C9900"/>
                </a:solidFill>
              </a:rPr>
              <a:t>Fuji Apple, Pear, Mango &amp; Berries — Iced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0116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All the tropical freshness of Fuji Pear Mangoberry, finished with a cool icy exhale.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88AA"/>
                </a:solidFill>
              </a:rPr>
              <a:t>Salt Nic  30ml  ·  24mg / 48mg     |     Sub-Ohm  100ml  ·  0mg / 3mg / 6mg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AA"/>
                </a:solidFill>
              </a:rPr>
              <a:t>21+  ·  The Vapor Place</a:t>
            </a:r>
          </a:p>
        </p:txBody>
      </p:sp>
      <p:pic>
        <p:nvPicPr>
          <p:cNvPr id="7" name="Picture 6" descr="mrkt-plce-iced-fuji-pear-mangober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57200"/>
            <a:ext cx="55778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502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111"/>
                </a:solidFill>
              </a:rPr>
              <a:t>Iced Forbidden Berry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C9900"/>
                </a:solidFill>
              </a:rPr>
              <a:t>Tropical Fruit &amp; Mixed Berries — Iced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0116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The beloved Forbidden Berry blend elevated with a refreshing burst of 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88AA"/>
                </a:solidFill>
              </a:rPr>
              <a:t>Salt Nic  30ml  ·  24mg / 48mg     |     Sub-Ohm  100ml  ·  0mg / 3mg / 6mg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9AA"/>
                </a:solidFill>
              </a:rPr>
              <a:t>21+  ·  The Vapor Place</a:t>
            </a:r>
          </a:p>
        </p:txBody>
      </p:sp>
      <p:pic>
        <p:nvPicPr>
          <p:cNvPr id="7" name="Picture 6" descr="mrkt-plce-iced-forbidden-ber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57200"/>
            <a:ext cx="557784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385</Words>
  <Application>Microsoft Macintosh PowerPoint</Application>
  <PresentationFormat>Custom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Vincent Impellitteri</cp:lastModifiedBy>
  <cp:revision>1</cp:revision>
  <dcterms:created xsi:type="dcterms:W3CDTF">2013-01-27T09:14:16Z</dcterms:created>
  <dcterms:modified xsi:type="dcterms:W3CDTF">2026-04-19T14:58:04Z</dcterms:modified>
  <cp:category/>
</cp:coreProperties>
</file>